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BEB3-A482-4885-8697-B7B22F555F8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9F32F6A-7183-40DC-824F-ACC89485A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460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BEB3-A482-4885-8697-B7B22F555F8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32F6A-7183-40DC-824F-ACC89485AB3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44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BEB3-A482-4885-8697-B7B22F555F8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32F6A-7183-40DC-824F-ACC89485A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28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BEB3-A482-4885-8697-B7B22F555F8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32F6A-7183-40DC-824F-ACC89485AB3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064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BEB3-A482-4885-8697-B7B22F555F8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32F6A-7183-40DC-824F-ACC89485AB3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768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BEB3-A482-4885-8697-B7B22F555F8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32F6A-7183-40DC-824F-ACC89485AB3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93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BEB3-A482-4885-8697-B7B22F555F8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32F6A-7183-40DC-824F-ACC89485A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95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BEB3-A482-4885-8697-B7B22F555F8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32F6A-7183-40DC-824F-ACC89485A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278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77ABEB3-A482-4885-8697-B7B22F555F8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32F6A-7183-40DC-824F-ACC89485AB3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449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BEB3-A482-4885-8697-B7B22F555F8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32F6A-7183-40DC-824F-ACC89485AB3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540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BEB3-A482-4885-8697-B7B22F555F8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32F6A-7183-40DC-824F-ACC89485A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5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ABEB3-A482-4885-8697-B7B22F555F8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9F32F6A-7183-40DC-824F-ACC89485A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4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D9D3-1C00-DCAA-FA80-AC4A81DD5E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9BF07-7A06-1FC4-E963-22AFED746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7287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Rashid Ali</dc:creator>
  <cp:lastModifiedBy>Rashid Ali</cp:lastModifiedBy>
  <cp:revision>1</cp:revision>
  <dcterms:created xsi:type="dcterms:W3CDTF">2026-06-22T14:03:35Z</dcterms:created>
  <dcterms:modified xsi:type="dcterms:W3CDTF">2026-06-22T14:03:45Z</dcterms:modified>
</cp:coreProperties>
</file>